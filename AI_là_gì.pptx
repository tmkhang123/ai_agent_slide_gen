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Chuyên đề: AI là gì?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Phân tích và định hướng bởi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Giới thiệu về AI là gì?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Định nghĩa và bối cảnh</a:t>
            </a:r>
          </a:p>
          <a:p>
            <a:pPr/>
            <a:r>
              <a:t>Tầm quan trọng hiện nay</a:t>
            </a:r>
          </a:p>
          <a:p>
            <a:pPr/>
            <a:r>
              <a:t>Mục tiêu trình bày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Phân tích chi tiết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Các đặc điểm chính</a:t>
            </a:r>
          </a:p>
          <a:p>
            <a:pPr/>
            <a:r>
              <a:t>Ưu điểm vượt trội</a:t>
            </a:r>
          </a:p>
          <a:p>
            <a:pPr/>
            <a:r>
              <a:t>Cơ sở lý thuyết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Ứng dụng thực tế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Case study điển hình</a:t>
            </a:r>
          </a:p>
          <a:p>
            <a:pPr/>
            <a:r>
              <a:t>Quy trình triển khai</a:t>
            </a:r>
          </a:p>
          <a:p>
            <a:pPr/>
            <a:r>
              <a:t>Hiệu quả mang lại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Thách thức &amp; Giải mã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Các khó khăn gặp phải</a:t>
            </a:r>
          </a:p>
          <a:p>
            <a:pPr/>
            <a:r>
              <a:t>Giải pháp tối ưu</a:t>
            </a:r>
          </a:p>
          <a:p>
            <a:pPr/>
            <a:r>
              <a:t>Kinh nghiệm thực tế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Tóm tắt ý chính</a:t>
            </a:r>
          </a:p>
          <a:p>
            <a:pPr/>
            <a:r>
              <a:t>Định hướng tương lai</a:t>
            </a:r>
          </a:p>
          <a:p>
            <a:pPr/>
            <a:r>
              <a:t>Lời chào kết thúc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