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Tính Cốm Thức Proteins Trong Ăn Uống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Khám Phá Vai Trò Của Proteins Trong Sức Khỏe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Về Protein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Tất cả các cơ thể sống đều có protein trong máu và mô của chúng.</a:t>
            </a:r>
          </a:p>
          <a:p>
            <a:pPr/>
            <a:r>
              <a:t>Protein được cấu tạo từ các chuỗi amino acid khác nhau.</a:t>
            </a:r>
          </a:p>
          <a:p>
            <a:pPr/>
            <a:r>
              <a:t>Số lượng và loại chuỗi amino acid quyết định chức năng của protein.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Vai Trò Của Protein Trong Sức Khỏe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Cung cấp nguyên liệu xây dựng cơ bắp và mô mềm trong cơ thể.</a:t>
            </a:r>
          </a:p>
          <a:p>
            <a:pPr/>
            <a:r>
              <a:t>Hỗ trợ hệ miễn dịch chống lại các bệnh nhiễm trùng.</a:t>
            </a:r>
          </a:p>
          <a:p>
            <a:pPr/>
            <a:r>
              <a:t>Làm tăng quá trình trao đổi chất để giảm cân.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Nguyên Nhân Đẫn Đến Thiếu Protein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Bị thương hoặc chấn thương cơ thể.</a:t>
            </a:r>
          </a:p>
          <a:p>
            <a:pPr/>
            <a:r>
              <a:t>Tình trạng thiếu máu hoặc suy dinh dưỡng.</a:t>
            </a:r>
          </a:p>
          <a:p>
            <a:pPr/>
            <a:r>
              <a:t>Suy giáp hoặc các vấn đề về hormone tuyến giáp.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Thức Ăn Gấp Proteins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Thịt nạc như thịt gà, bò, lợn và cá.</a:t>
            </a:r>
          </a:p>
          <a:p>
            <a:pPr/>
            <a:r>
              <a:t>Đậu và các loại hạt như đậu tương, đậu xanh và hạt điều.</a:t>
            </a:r>
          </a:p>
          <a:p>
            <a:pPr/>
            <a:r>
              <a:t>Sữa tươi và các sản phẩm từ sữa.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Về Vai Trò Của Protein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Protein là một phần quan trọng của chế độ ăn uống lành mạnh.</a:t>
            </a:r>
          </a:p>
          <a:p>
            <a:pPr/>
            <a:r>
              <a:t>Cần có đủ protein trong cơ thể để duy trì chức năng đúng cách.</a:t>
            </a:r>
          </a:p>
          <a:p>
            <a:pPr/>
            <a:r>
              <a:t>Tìm hiểu và bổ sung thức ăn giàu protein trong khẩu phần ăn hằng ngày.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