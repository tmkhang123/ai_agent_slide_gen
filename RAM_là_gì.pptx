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Giới thiệu về 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Là phần mềm không thể thiếu trong máy tính và các thiết bị điện tử khác.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quan về 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RAM (Random Access Memory) là một loại bộ nhớ tạm thời.</a:t>
            </a:r>
          </a:p>
          <a:p>
            <a:pPr/>
            <a:r>
              <a:t>Cung cấp không gian lưu trữ tạm thời cho hệ thống.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Vai trò của 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Làm trung gian giữa CPU và các thiết bị ngoại vi.</a:t>
            </a:r>
          </a:p>
          <a:p>
            <a:pPr/>
            <a:r>
              <a:t>Cung cấp dữ liệu nhanh chóng cho CPU xử lý.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Các loại 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RAM DDR3</a:t>
            </a:r>
          </a:p>
          <a:p>
            <a:pPr/>
            <a:r>
              <a:t>RAM DDR4</a:t>
            </a:r>
          </a:p>
          <a:p>
            <a:pPr/>
            <a:r>
              <a:t>RAM DDR5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Cách cài đặt 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Bước 1: Xác định số lượng RAM cần cài.</a:t>
            </a:r>
          </a:p>
          <a:p>
            <a:pPr/>
            <a:r>
              <a:t>Bước 2: Cài đặt RAM vào khe cắm 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Lợi ích của việc sử dụng RAM đúng cách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Tăng hiệu suất hệ thống</a:t>
            </a:r>
          </a:p>
          <a:p>
            <a:pPr/>
            <a:r>
              <a:t>Giảm thời gian tải ứng dụng</a:t>
            </a:r>
          </a:p>
          <a:p>
            <a:pPr/>
            <a:r>
              <a:t>Cải thiện chất lượng trải nghiệm người dùng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