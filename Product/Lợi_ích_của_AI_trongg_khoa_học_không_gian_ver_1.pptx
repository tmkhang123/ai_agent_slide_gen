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2560320"/>
            <a:ext cx="8979408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8321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Lợi ích của AI trong Khoa học Không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i="1">
                <a:solidFill>
                  <a:srgbClr val="CADCFC"/>
                </a:solidFill>
                <a:latin typeface="Calibri"/>
              </a:rPr>
              <a:t>Tìm kiếm hiểu biết mới về vũ trụ với sự hỗ trợ của trí tuệ nhân tạo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88899"/>
                </a:solidFill>
                <a:latin typeface="Calibri"/>
              </a:rPr>
              <a:t>AI Slides Maker · Powered by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Giới thiệu về AI trong Khoa học Không gian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Khoa học không gian đã trở thành một phần quan trọng của cuộc sống hàng ngày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Lợi ích của AI trong khoa học không gian đã được nhận ra và được áp dụng rộng rãi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Sự kết hợp giữa khoa học không gian và trí tuệ nhân tạo mang lại lợi ích đáng kể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876074"/>
            <a:ext cx="3429000" cy="19288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Giới thiệu về AI trong Khoa học Không gian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Tìm kiếm các ngôi sao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Dùng AI để phân tích dữ liệu từ các vệ tinh quan sát bầu trời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Đoạn tuyệt hiệu quả của việc tìm kiếm và nhận dạng các ngôi sao mới trên vũ trụ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Hỗ trợ cho những khám phá khoa học về cấu trúc và hình thái của bầu trời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986691"/>
            <a:ext cx="3429000" cy="170757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Tìm kiếm các ngôi sao mới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Tìm kiếm các hành tinh lùn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Dùng AI để phân tích dữ liệu từ các thiết bị quan sát trên mặt đất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Đoạn tuyệt hiệu quả của việc tìm kiếm và nhận dạng các hành tinh mới trên vũ trụ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Hỗ trợ cho những khám phá khoa học về sự hình thành và phát triển của các hành tinh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696728"/>
            <a:ext cx="3429000" cy="22875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Tìm kiếm các hành tinh lùn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Tìm kiếm các tiểu hành tinh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Dùng AI để phân tích dữ liệu từ các thiết bị quan sát trên mặt trăng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Đoạn tuyệt hiệu quả của việc tìm kiếm và nhận dạng các tiểu hành tinh mới trên vũ trụ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Hỗ trợ cho những khám phá khoa học về sự hình thành và phát triển của hệ thống Mặt Trăng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721590"/>
            <a:ext cx="3429000" cy="22377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Tìm kiếm các tiểu hành tinh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Tìm kiếm các lỗ đen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Dùng AI để phân tích dữ liệu từ các thiết bị quan sát trên sao chổi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Đoạn tuyệt hiệu quả của việc tìm kiếm và nhận dạng các lỗ đen mới trên vũ trụ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Hỗ trợ cho những khám phá khoa học về cấu trúc và hình thái của lỗ đen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768917"/>
            <a:ext cx="3429000" cy="21431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Tìm kiếm các lỗ đen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Tìm kiếm các sao neutron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Dùng AI để phân tích dữ liệu từ các thiết bị quan sát trên ngôi sao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Đoạn tuyệt hiệu quả của việc tìm kiếm và nhận dạng các sao neutron mới trên vũ trụ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Hỗ trợ cho những khám phá khoa học về cấu trúc và hình thái của sao neutron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127721"/>
            <a:ext cx="3429000" cy="342551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Tìm kiếm các sao neutron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Tìm kiếm các thiên hà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Dùng AI để phân tích dữ liệu từ các thiết bị quan sát trên bầu trời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Đoạn tuyệt hiệu quả của việc tìm kiếm và nhận dạng các thiên hà mới trên vũ trụ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Hỗ trợ cho những khám phá khoa học về cấu trúc và hình thái của thiên hà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697766"/>
            <a:ext cx="3429000" cy="22854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Tìm kiếm các thiên hà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