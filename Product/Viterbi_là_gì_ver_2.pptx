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tổng quan về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là thuật toán động cho phép giải quyết vấn đề tối ưu hóa trong lĩnh vực tín hiệu và truyền thông</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được phát triển bởi Andrew Viterbi vào năm 1967 để giải quyết bài toán mã hóa và giải mã tín hiệu trong truyền thông không dây</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sử dụng thuật toán động để tìm kiếm đường đi tối ưu giữa các trạng thái có khả năng xảy ra</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được áp dụng rộng rãi trong nhiều ứng dụng, bao gồm cả truyền thông di động, truyền hình vệ tinh và kỹ thuật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cho phép giảm thiểu sai sót trong quá trình truyền nhận dữ liệu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vận hành của thuật toán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Sự khác biệt giữa Viterbi và các thuật toán khác</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Ứng dụng của Viterbi trong thực tế</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Cơ sở toán học đằng sau thuật toán Viterbi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dựa trên cơ sở lý thuyết của các quá trình xác suất có trạng thái (</a:t>
            </a:r>
            <a:r>
              <a:rPr sz="1400" b="1" i="0">
                <a:solidFill>
                  <a:srgbClr val="FFFFFF"/>
                </a:solidFill>
                <a:latin typeface="Calibri"/>
              </a:rPr>
              <a:t>Hidden Markov Model - HMM</a:t>
            </a:r>
            <a:r>
              <a:rPr sz="1400" b="0" i="0">
                <a:solidFill>
                  <a:srgbClr val="FFFFFF"/>
                </a:solidFill>
                <a:latin typeface="Calibri"/>
              </a:rPr>
              <a:t>) và được sử dụng để ước lượng chuỗi trạng thái ẩn có khả năng cao nhất tạo ra một tín hiệu quan sát cụ thể</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chính xác của thuật toán Viterbi là tính toán giá trị của "path" tối ưu theo hướng tối đa hóa khả năng của nó thông qua việc tích lũy các giá trị tối đa ở mỗi bước trong quá trình ước lượng trạng thái và chuỗi trạng thái ẩn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này cho phép thuật toán Viterbi đạt được hiệu suất cao trong việc xử lý tín hiệu có độ trễ lớn</a:t>
            </a:r>
          </a:p>
          <a:p>
            <a:pPr>
              <a:spcBef>
                <a:spcPts val="800"/>
              </a:spcBef>
              <a:spcAft>
                <a:spcPts val="300"/>
              </a:spcAft>
            </a:pPr>
            <a:r>
              <a:rPr sz="1500" b="1" i="0">
                <a:solidFill>
                  <a:srgbClr val="CADCFC"/>
                </a:solidFill>
                <a:latin typeface="Calibri"/>
              </a:rPr>
              <a:t>▪  </a:t>
            </a:r>
            <a:r>
              <a:rPr sz="1400" b="0" i="0">
                <a:solidFill>
                  <a:srgbClr val="FFFFFF"/>
                </a:solidFill>
                <a:latin typeface="Calibri"/>
              </a:rPr>
              <a:t>Đồng thời, nó cũng giúp giảm thiểu sai số trong quá trình truyền thông bằng cách ước lượng chính xác chuỗi trạng thái ẩn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Sự khác biệt giữa Viterbi và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Sự khác biệt chính của thuật toán Viterbi so với các thuật toán khác nằm ở khả năng xác định chuỗi trạng thái tối ưu trong mô hình Markov ẩn (HMM) mà không cần phải biết trước thông tin về phân phối tiên chọn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Viterbi tập trung vào việc sử dụng động lực học để tìm kiếm chuỗi trạng thái có giá trị đường đi tối đa, trái ngược với các thuật toán như Fano hay BCJR dựa trên thuật toán truy hồi</a:t>
            </a:r>
          </a:p>
          <a:p>
            <a:pPr>
              <a:spcBef>
                <a:spcPts val="800"/>
              </a:spcBef>
              <a:spcAft>
                <a:spcPts val="300"/>
              </a:spcAft>
            </a:pPr>
            <a:r>
              <a:rPr sz="1500" b="1" i="0">
                <a:solidFill>
                  <a:srgbClr val="CADCFC"/>
                </a:solidFill>
                <a:latin typeface="Calibri"/>
              </a:rPr>
              <a:t>▪  </a:t>
            </a:r>
            <a:r>
              <a:rPr sz="1400" b="0" i="0">
                <a:solidFill>
                  <a:srgbClr val="FFFFFF"/>
                </a:solidFill>
                <a:latin typeface="Calibri"/>
              </a:rPr>
              <a:t>So với Dijkstra và thuật toán HMM khác, Viterbi nổi bật vì khả năng xử lý hiệu quả các mô hình phức tạp hơn trong khi duy trì độ chính xác cao</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a:t>
            </a:r>
          </a:p>
          <a:p>
            <a:pPr>
              <a:spcBef>
                <a:spcPts val="800"/>
              </a:spcBef>
              <a:spcAft>
                <a:spcPts val="300"/>
              </a:spcAft>
            </a:pPr>
            <a:r>
              <a:rPr sz="1500" b="1" i="0">
                <a:solidFill>
                  <a:srgbClr val="CADCFC"/>
                </a:solidFill>
                <a:latin typeface="Calibri"/>
              </a:rPr>
              <a:t>▪  </a:t>
            </a:r>
            <a:r>
              <a:rPr sz="1400" b="0" i="0">
                <a:solidFill>
                  <a:srgbClr val="FFFFFF"/>
                </a:solidFill>
                <a:latin typeface="Calibri"/>
              </a:rPr>
              <a:t>Đảm bảo mỗi dòng súc tích, cô đọng nhưng vẫn giàu giá trị thông tin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Viterbi trong thực tế</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ứng dụng rộng rãi trong lĩnh vực mã hóa và truyền thông dữ liệu, chẳng hạn như trong hệ thống truyền dẫn kỹ thuật số (CDMA) để giải mã và tái tạo tín hiệu bị nhiễu. </a:t>
            </a:r>
            <a:r>
              <a:rPr sz="1400" b="1" i="0">
                <a:solidFill>
                  <a:srgbClr val="FFFFFF"/>
                </a:solidFill>
                <a:latin typeface="Calibri"/>
              </a:rPr>
              <a:t>Mã hóa và truyền thông dữ liệu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còn được sử dụng trong hệ thống định vị GPS (Global Positioning System), nơi nó giúp ước tính vị trí của thiết bị GPS dựa trên các tín hiệu vệ tinh bằng cách tối ưu hóa quá trình phân tích trạng thái và chuyển đổi giữa các trạng thái. </a:t>
            </a:r>
            <a:r>
              <a:rPr sz="1400" b="1" i="0">
                <a:solidFill>
                  <a:srgbClr val="FFFFFF"/>
                </a:solidFill>
                <a:latin typeface="Calibri"/>
              </a:rPr>
              <a:t>Hệ thống định vị GPS</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cũng được áp dụng trong lĩnh vực y sinh, chẳng hạn như phân tích tín hiệu EEG (điện hoạt nhiễu đầu) để phát hiện và chẩn đoán các bệnh lý về não bộ bằng cách sử dụng mô hình HMM để tối ưu hóa việc phân tích tín hiệu. </a:t>
            </a:r>
            <a:r>
              <a:rPr sz="1400" b="1" i="0">
                <a:solidFill>
                  <a:srgbClr val="FFFFFF"/>
                </a:solidFill>
                <a:latin typeface="Calibri"/>
              </a:rPr>
              <a:t>Phân tích tín hiệu EEG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sở toán học đằng sau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sở toán học đằng sau thuật toán Viterbi được xây dựng dựa trên lý thuyết Hidden Markov Model (HMM), mô tả các quá trình thời gian với các biến số không quan sát được và có tính ngẫu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sử dụng phương pháp động programmation để tìm kiếm trạng thái cuối cùng có giá trị lớn nhất, dựa trên nguyên tắc tối đa hóa sự phù hợp giữa dữ liệu đo được và mô hình dự đoán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sở toán học của Viterbi cũng bao gồm các khái niệm về xác suất điều kiện và tích phân động, giúp thuật toán này có thể áp dụng cho nhiều trường hợp thực tế khác nhau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Tính scalablility và hiệu suất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Tính scalablility của Viterbi được đảm bảo bởi khả năng phân tích dữ liệu tuần hoàn bằng thuật toán động, cho phép xử lý một lượng lớn thông tin</a:t>
            </a:r>
          </a:p>
          <a:p>
            <a:pPr>
              <a:spcBef>
                <a:spcPts val="800"/>
              </a:spcBef>
              <a:spcAft>
                <a:spcPts val="300"/>
              </a:spcAft>
            </a:pPr>
            <a:r>
              <a:rPr sz="1500" b="1" i="0">
                <a:solidFill>
                  <a:srgbClr val="CADCFC"/>
                </a:solidFill>
                <a:latin typeface="Calibri"/>
              </a:rPr>
              <a:t>▪  </a:t>
            </a:r>
            <a:r>
              <a:rPr sz="1400" b="0" i="0">
                <a:solidFill>
                  <a:srgbClr val="FFFFFF"/>
                </a:solidFill>
                <a:latin typeface="Calibri"/>
              </a:rPr>
              <a:t>Hiệu suất cao do khả năng tối ưu hóa quá trình tìm kiếm trạng thái cuối cùng mà không cần xét tất cả các đường đi có thể có trong mô hình chuyển đổi </a:t>
            </a:r>
            <a:r>
              <a:rPr sz="1400" b="1" i="0">
                <a:solidFill>
                  <a:srgbClr val="FFFFFF"/>
                </a:solidFill>
                <a:latin typeface="Calibri"/>
              </a:rPr>
              <a:t>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Tính tuyến tính của Viterbi cho phép việc mở rộng và áp dụng thuật toán này vào nhiều ứng dụng khác nhau, bao gồm </a:t>
            </a:r>
            <a:r>
              <a:rPr sz="1400" b="1" i="0">
                <a:solidFill>
                  <a:srgbClr val="FFFFFF"/>
                </a:solidFill>
                <a:latin typeface="Calibri"/>
              </a:rPr>
              <a:t>mã phân giải kênh</a:t>
            </a:r>
            <a:r>
              <a:rPr sz="1400" b="0" i="0">
                <a:solidFill>
                  <a:srgbClr val="FFFFFF"/>
                </a:solidFill>
                <a:latin typeface="Calibri"/>
              </a:rPr>
              <a:t> và </a:t>
            </a:r>
            <a:r>
              <a:rPr sz="1400" b="1" i="0">
                <a:solidFill>
                  <a:srgbClr val="FFFFFF"/>
                </a:solidFill>
                <a:latin typeface="Calibri"/>
              </a:rPr>
              <a:t>điều khiển tín hiệu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Sự tiến bộ và phát triển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Năm 1967, Andrew</a:t>
            </a:r>
            <a:r>
              <a:rPr sz="1400" b="0" i="0">
                <a:solidFill>
                  <a:srgbClr val="FFFFFF"/>
                </a:solidFill>
                <a:latin typeface="Calibri"/>
              </a:rPr>
              <a:t> J. Viterbi đã giới thiệu thuật toán này trong bài báo khoa học mang tên "Error bounds for convolutional codes and an asymptotically optimal decoding algorithm" trên tạp chí IEEE Transactions on Information Theory</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được cải tiến và ứng dụng rộng rãi trong công nghệ truyền thông vô tuyến, đặc biệt là trong hệ thống mã hóa và giải mã dữ liệu</a:t>
            </a:r>
          </a:p>
          <a:p>
            <a:pPr>
              <a:spcBef>
                <a:spcPts val="800"/>
              </a:spcBef>
              <a:spcAft>
                <a:spcPts val="300"/>
              </a:spcAft>
            </a:pPr>
            <a:r>
              <a:rPr sz="1500" b="1" i="0">
                <a:solidFill>
                  <a:srgbClr val="CADCFC"/>
                </a:solidFill>
                <a:latin typeface="Calibri"/>
              </a:rPr>
              <a:t>▪  </a:t>
            </a:r>
            <a:r>
              <a:rPr sz="1400" b="1" i="0">
                <a:solidFill>
                  <a:srgbClr val="FFFFFF"/>
                </a:solidFill>
                <a:latin typeface="Calibri"/>
              </a:rPr>
              <a:t>Hiện nay, thuật</a:t>
            </a:r>
            <a:r>
              <a:rPr sz="1400" b="0" i="0">
                <a:solidFill>
                  <a:srgbClr val="FFFFFF"/>
                </a:solidFill>
                <a:latin typeface="Calibri"/>
              </a:rPr>
              <a:t> toán Viterbi vẫn tiếp tục được nghiên cứu và phát triển để áp dụng vào các lĩnh vực khác như xử lý tín hiệu, nhận dạng giọng nói và hình ảnh</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và hướng tới tương lai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tối ưu hóa cho các mô hình Hidden Markov (HMM), giúp xác định trạng thái hiện tại dựa trên dữ liệu quan sát trước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có ưu điểm về khả năng tối ưu hóa và độ chính xác cao, nhưng cũng đòi hỏi thời gian tính toán và tài nguyên hệ thống đáng kể</a:t>
            </a:r>
          </a:p>
          <a:p>
            <a:pPr>
              <a:spcBef>
                <a:spcPts val="800"/>
              </a:spcBef>
              <a:spcAft>
                <a:spcPts val="300"/>
              </a:spcAft>
            </a:pPr>
            <a:r>
              <a:rPr sz="1500" b="1" i="0">
                <a:solidFill>
                  <a:srgbClr val="CADCFC"/>
                </a:solidFill>
                <a:latin typeface="Calibri"/>
              </a:rPr>
              <a:t>▪  </a:t>
            </a:r>
            <a:r>
              <a:rPr sz="1400" b="0" i="0">
                <a:solidFill>
                  <a:srgbClr val="FFFFFF"/>
                </a:solidFill>
                <a:latin typeface="Calibri"/>
              </a:rPr>
              <a:t>Trong tương lai, nghiên cứu và phát triển của thuật toán Viterbi sẽ tiếp tục tập trung vào việc cải thiện hiệu suất và khả năng mở rộng để đáp ứng nhu cầu ngày càng tăng về tốc độ và dung lượng lưu trữ</a:t>
            </a:r>
          </a:p>
          <a:p>
            <a:pPr>
              <a:spcBef>
                <a:spcPts val="800"/>
              </a:spcBef>
              <a:spcAft>
                <a:spcPts val="300"/>
              </a:spcAft>
            </a:pPr>
            <a:r>
              <a:rPr sz="1500" b="1" i="0">
                <a:solidFill>
                  <a:srgbClr val="CADCFC"/>
                </a:solidFill>
                <a:latin typeface="Calibri"/>
              </a:rPr>
              <a:t>▪  </a:t>
            </a:r>
            <a:r>
              <a:rPr sz="1400" b="0" i="0">
                <a:solidFill>
                  <a:srgbClr val="FFFFFF"/>
                </a:solidFill>
                <a:latin typeface="Calibri"/>
              </a:rPr>
              <a:t>Ứng dụng của Viterbi trong các lĩnh vực mới như trí tuệ nhân tạo, học máy và phân tích dữ liệu lớn cũng đang trở thành một hướng nghiên cứu quan trọng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