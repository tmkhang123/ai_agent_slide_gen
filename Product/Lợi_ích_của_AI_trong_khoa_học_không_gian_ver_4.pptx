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8367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2651760"/>
            <a:ext cx="5029200" cy="4114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Lợi ích của AI trong khoa học không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  <a:latin typeface="Calibri"/>
              </a:rPr>
              <a:t>Phát triển công nghệ và mở rộng hiểu biết về vũ trụ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CCCCDD"/>
                </a:solidFill>
                <a:latin typeface="Calibri"/>
              </a:rPr>
              <a:t>AI Slides Maker · Powered by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Giới thiệu chung về khoa học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Khoa học không gian là lĩnh vực nghiên cứu các hiện tượng và quá trình diễn ra trong vũ trụ, bao gồm cả Trái Đất.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Khoa học không gian liên quan đến việc tìm hiểu về nguồn gốc của vũ trụ, sự hình thành và phát triển của các thiên hà, sao và hành tinh.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Khoa học không gian cũng liên quan đến việc nghiên cứu về khí quyển, thủy văn và địa chất trên Trái Đất.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Giới thiệu chung về khoa học không gian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Lợi ích của AI trong khoa học không gian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AI giúp tăng cường hiệu suất công việc trong việc phân tích dữ liệu lớn từ các mission không gian.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AI hỗ trợ việc dự đoán và phân tích các hiện tượng tự nhiên như sự xói mòn của Sao Mộc, thay đổi khí hậu trên Trái Đất.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AI giúp tìm kiếm và thăm dò các hành tinh mới có thể hỗ trợ cuộc sống con người trong tương lai.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Lợi ích của AI trong khoa học không gian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Ứng dụng của AI trong phân tích dữ liệu không gian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AI giúp tăng tốc độ phân tích và xử lý dữ liệu lớn từ các mission không gian.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AI hỗ trợ việc nhận dạng và phân loại các hình ảnh vệ tinh, giúp cho việc theo dõi biến đổi khí hậu và tài nguyên thiên nhiên trên Trái Đất.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Ứng dụng của AI trong phân tích dữ liệu không gian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Ứng dụng của AI trong dự đoán và phân tích hiện tượng tự nhiên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AI giúp hỗ trợ việc dự đoán và phân tích các hiện tượng tự nhiên như lốc xoáy, sóng thần, núi lửa hoạt động.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AI hỗ trợ việc theo dõi biến đổi khí hậu trên Trái Đất qua dữ liệu vệ tinh.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Ứng dụng của AI trong dự đoán và phân tích hiện tượng tự nhiên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Ứng dụng của AI trong tìm kiếm và thăm dò các hành tinh mới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AI giúp tăng cường hiệu suất công việc trong việc phân tích dữ liệu lớn từ các mission không gian để tìm kiếm các hành tinh mới.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AI hỗ trợ việc chọn lọc các mục tiêu thăm dò quan trọng nhất trên các hành tinh.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Ứng dụng của AI trong tìm kiếm và thăm dò các hành tinh mới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Chống lại khó khăn trong ứng dụng AI trong khoa học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Khó khăn khi áp dụng AI vào khoa học không gian là do thiếu dữ liệu, phức tạp và đa dạng của dữ liệu vệ tinh.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Cần phải đầu tư lớn về vốn để phát triển công nghệ cho các mission không gian.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Chống lại khó khăn trong ứng dụng AI trong khoa học không gian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Tìm kiếm giải pháp để ứng dụng AI trong khoa học không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Cần phải phối hợp giữa các chuyên gia về AI và chuyên gia về khoa học không gian để tạo ra những sản phẩm có ích.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Phải liên tục cập nhật và nâng cấp công nghệ cũng như phương tiện kỹ thuật để theo kịp tiến bộ của khoa học không gian.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Tìm kiếm giải pháp để ứng dụng AI trong khoa học không gian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9692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64592" cy="9692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914400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1440"/>
            <a:ext cx="8412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Kết luận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8321040" cy="552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AI đang đóng vai trò quan trọng trong việc mở rộng hiểu biết về vũ trụ.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▪  Cần phải tiếp tục đầu tư và phát triển công nghệ để ứng dụng AI vào khoa học không gian.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DD"/>
                </a:solidFill>
                <a:latin typeface="Calibri"/>
              </a:rPr>
              <a:t>Kết luận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