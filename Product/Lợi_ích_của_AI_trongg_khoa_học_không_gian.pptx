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560320"/>
            <a:ext cx="8979408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Chuyên đề: Lợi ích của AI trongg khoa học không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i="1">
                <a:solidFill>
                  <a:srgbClr val="CADCFC"/>
                </a:solidFill>
                <a:latin typeface="Calibri"/>
              </a:rPr>
              <a:t>Phân tích và định hướng bởi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88899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Giới thiệu về Lợi ích của AI trongg khoa học không gian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Định nghĩa và bối cảnh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Tầm quan trọng hiện nay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Mục tiêu trình bày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876074"/>
            <a:ext cx="3429000" cy="19288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Giới thiệu về Lợi ích của AI trongg khoa học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Phân tích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đặc điểm chính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Ưu điểm vượt trội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Cơ sở lý thuyết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697480"/>
            <a:ext cx="3429000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Phân tích chi tiết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Ứng dụng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Case study điển hình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Quy trình triển khai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Hiệu quả mang lại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42284"/>
            <a:ext cx="3429000" cy="3796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Ứng dụng thực tế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Thách thức &amp; Giải mã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Các khó khăn gặp phải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Giải pháp tối ưu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Kinh nghiệm thực tế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42284"/>
            <a:ext cx="3429000" cy="3796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Thách thức &amp; Giải mã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Kết luận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14300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Tóm tắt ý chính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Định hướng tương lai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222233"/>
                </a:solidFill>
                <a:latin typeface="Calibri"/>
              </a:rPr>
              <a:t>▪  Lời chào kết thúc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42284"/>
            <a:ext cx="3429000" cy="3796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99"/>
                </a:solidFill>
                <a:latin typeface="Calibri"/>
              </a:rPr>
              <a:t>Kết luận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