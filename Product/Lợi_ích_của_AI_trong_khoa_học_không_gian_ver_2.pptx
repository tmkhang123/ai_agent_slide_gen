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ln>
            <a:noFill/>
          </a:ln>
          <a:solidFill>
            <a:srgbClr val="121640">
              <a:alpha val="9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2743200"/>
            <a:ext cx="530352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Chuyên đề: Lợi ích của AI trong khoa học không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Phân tích và định hướng bởi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AI Slides Maker · Powered by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ln>
            <a:noFill/>
          </a:ln>
          <a:solidFill>
            <a:srgbClr val="121640">
              <a:alpha val="8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49377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Giới thiệu về Lợi ích của AI trong khoa học không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47548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Định nghĩa và bối cảnh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Tầm quan trọng hiện nay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Mục tiêu trình bày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836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9"/>
                </a:solidFill>
                <a:latin typeface="Calibri"/>
              </a:rPr>
              <a:t>Giới thiệu về Lợi ích của AI trong khoa học không gian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46120"/>
            <a:ext cx="9144000" cy="3611880"/>
          </a:xfrm>
          <a:prstGeom prst="rect">
            <a:avLst/>
          </a:prstGeom>
          <a:ln>
            <a:noFill/>
          </a:ln>
          <a:solidFill>
            <a:srgbClr val="121640">
              <a:alpha val="9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383279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Phân tích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160520"/>
            <a:ext cx="8412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Các đặc điểm chính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Ưu điểm vượt trội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Cơ sở lý thuyết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2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75120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Phân tích chi tiết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46120"/>
            <a:ext cx="9144000" cy="3611880"/>
          </a:xfrm>
          <a:prstGeom prst="rect">
            <a:avLst/>
          </a:prstGeom>
          <a:ln>
            <a:noFill/>
          </a:ln>
          <a:solidFill>
            <a:srgbClr val="121640">
              <a:alpha val="9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91440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383279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Ứng dụng thực tế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160520"/>
            <a:ext cx="8412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Case study điển hình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Quy trình triển khai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Hiệu quả mang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2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75120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Ứng dụng thực tế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ln>
            <a:noFill/>
          </a:ln>
          <a:solidFill>
            <a:srgbClr val="121640">
              <a:alpha val="8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49377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Thách thức &amp;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47548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Các khó khăn gặp phải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Giải pháp tối ưu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Kinh nghiệm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836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9"/>
                </a:solidFill>
                <a:latin typeface="Calibri"/>
              </a:rPr>
              <a:t>Thách thức &amp; Giải pháp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ln>
            <a:noFill/>
          </a:ln>
          <a:solidFill>
            <a:srgbClr val="121640">
              <a:alpha val="8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49377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Kết luận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47548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Tóm tắt ý chính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Định hướng tương lai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▪  Lời chào kết thúc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836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9"/>
                </a:solidFill>
                <a:latin typeface="Calibri"/>
              </a:rPr>
              <a:t>Kết luận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