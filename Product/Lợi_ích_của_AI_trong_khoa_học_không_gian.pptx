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2560320"/>
            <a:ext cx="8979408" cy="36576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8321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Calibri"/>
              </a:rPr>
              <a:t>Chuyên đề: Lợi ích của AI trong khoa học không gian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926080"/>
            <a:ext cx="8321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i="1">
                <a:solidFill>
                  <a:srgbClr val="CADCFC"/>
                </a:solidFill>
                <a:latin typeface="Calibri"/>
              </a:rPr>
              <a:t>Phân tích và định hướng bởi AI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888899"/>
                </a:solidFill>
                <a:latin typeface="Calibri"/>
              </a:rPr>
              <a:t>AI Slides Maker · Powered by Ollama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F7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9144000" cy="4572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91440"/>
            <a:ext cx="8412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E2761"/>
                </a:solidFill>
                <a:latin typeface="Calibri"/>
              </a:rPr>
              <a:t>Giới thiệu về Lợi ích của AI trong khoa học không gian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1143000"/>
            <a:ext cx="49377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500">
                <a:solidFill>
                  <a:srgbClr val="222233"/>
                </a:solidFill>
                <a:latin typeface="Calibri"/>
              </a:rPr>
              <a:t>▪  Định nghĩa và bối cảnh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500">
                <a:solidFill>
                  <a:srgbClr val="222233"/>
                </a:solidFill>
                <a:latin typeface="Calibri"/>
              </a:rPr>
              <a:t>▪  Tầm quan trọng hiện nay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500">
                <a:solidFill>
                  <a:srgbClr val="222233"/>
                </a:solidFill>
                <a:latin typeface="Calibri"/>
              </a:rPr>
              <a:t>▪  Mục tiêu trình bày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942284"/>
            <a:ext cx="3429000" cy="379639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629400"/>
            <a:ext cx="9144000" cy="228600"/>
          </a:xfrm>
          <a:prstGeom prst="rect">
            <a:avLst/>
          </a:prstGeom>
          <a:solidFill>
            <a:srgbClr val="F7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6656832"/>
            <a:ext cx="8412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>
                <a:solidFill>
                  <a:srgbClr val="888899"/>
                </a:solidFill>
                <a:latin typeface="Calibri"/>
              </a:rPr>
              <a:t>Giới thiệu về Lợi ích của AI trong khoa học không gian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F7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9144000" cy="4572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91440"/>
            <a:ext cx="8412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E2761"/>
                </a:solidFill>
                <a:latin typeface="Calibri"/>
              </a:rPr>
              <a:t>Phân tích chi tiết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1143000"/>
            <a:ext cx="49377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500">
                <a:solidFill>
                  <a:srgbClr val="222233"/>
                </a:solidFill>
                <a:latin typeface="Calibri"/>
              </a:rPr>
              <a:t>▪  Các đặc điểm chính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500">
                <a:solidFill>
                  <a:srgbClr val="222233"/>
                </a:solidFill>
                <a:latin typeface="Calibri"/>
              </a:rPr>
              <a:t>▪  Ưu điểm vượt trội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500">
                <a:solidFill>
                  <a:srgbClr val="222233"/>
                </a:solidFill>
                <a:latin typeface="Calibri"/>
              </a:rPr>
              <a:t>▪  Cơ sở lý thuyết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942284"/>
            <a:ext cx="3429000" cy="379639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629400"/>
            <a:ext cx="9144000" cy="228600"/>
          </a:xfrm>
          <a:prstGeom prst="rect">
            <a:avLst/>
          </a:prstGeom>
          <a:solidFill>
            <a:srgbClr val="F7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6656832"/>
            <a:ext cx="8412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>
                <a:solidFill>
                  <a:srgbClr val="888899"/>
                </a:solidFill>
                <a:latin typeface="Calibri"/>
              </a:rPr>
              <a:t>Phân tích chi tiết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F7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9144000" cy="4572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91440"/>
            <a:ext cx="8412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E2761"/>
                </a:solidFill>
                <a:latin typeface="Calibri"/>
              </a:rPr>
              <a:t>Ứng dụng thực tế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1143000"/>
            <a:ext cx="49377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500">
                <a:solidFill>
                  <a:srgbClr val="222233"/>
                </a:solidFill>
                <a:latin typeface="Calibri"/>
              </a:rPr>
              <a:t>▪  Case study điển hình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500">
                <a:solidFill>
                  <a:srgbClr val="222233"/>
                </a:solidFill>
                <a:latin typeface="Calibri"/>
              </a:rPr>
              <a:t>▪  Quy trình triển khai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500">
                <a:solidFill>
                  <a:srgbClr val="222233"/>
                </a:solidFill>
                <a:latin typeface="Calibri"/>
              </a:rPr>
              <a:t>▪  Hiệu quả mang lại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942284"/>
            <a:ext cx="3429000" cy="379639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629400"/>
            <a:ext cx="9144000" cy="228600"/>
          </a:xfrm>
          <a:prstGeom prst="rect">
            <a:avLst/>
          </a:prstGeom>
          <a:solidFill>
            <a:srgbClr val="F7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6656832"/>
            <a:ext cx="8412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>
                <a:solidFill>
                  <a:srgbClr val="888899"/>
                </a:solidFill>
                <a:latin typeface="Calibri"/>
              </a:rPr>
              <a:t>Ứng dụng thực tế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F7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9144000" cy="4572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91440"/>
            <a:ext cx="8412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E2761"/>
                </a:solidFill>
                <a:latin typeface="Calibri"/>
              </a:rPr>
              <a:t>Thách thức &amp; Giải mã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1143000"/>
            <a:ext cx="49377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500">
                <a:solidFill>
                  <a:srgbClr val="222233"/>
                </a:solidFill>
                <a:latin typeface="Calibri"/>
              </a:rPr>
              <a:t>▪  Các khó khăn gặp phải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500">
                <a:solidFill>
                  <a:srgbClr val="222233"/>
                </a:solidFill>
                <a:latin typeface="Calibri"/>
              </a:rPr>
              <a:t>▪  Giải pháp tối ưu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500">
                <a:solidFill>
                  <a:srgbClr val="222233"/>
                </a:solidFill>
                <a:latin typeface="Calibri"/>
              </a:rPr>
              <a:t>▪  Kinh nghiệm thực tế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942284"/>
            <a:ext cx="3429000" cy="379639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629400"/>
            <a:ext cx="9144000" cy="228600"/>
          </a:xfrm>
          <a:prstGeom prst="rect">
            <a:avLst/>
          </a:prstGeom>
          <a:solidFill>
            <a:srgbClr val="F7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6656832"/>
            <a:ext cx="8412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>
                <a:solidFill>
                  <a:srgbClr val="888899"/>
                </a:solidFill>
                <a:latin typeface="Calibri"/>
              </a:rPr>
              <a:t>Thách thức &amp; Giải mã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F7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9144000" cy="4572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91440"/>
            <a:ext cx="8412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E2761"/>
                </a:solidFill>
                <a:latin typeface="Calibri"/>
              </a:rPr>
              <a:t>Kết luận &amp; Q&amp;A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1143000"/>
            <a:ext cx="49377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500">
                <a:solidFill>
                  <a:srgbClr val="222233"/>
                </a:solidFill>
                <a:latin typeface="Calibri"/>
              </a:rPr>
              <a:t>▪  Tóm tắt ý chính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500">
                <a:solidFill>
                  <a:srgbClr val="222233"/>
                </a:solidFill>
                <a:latin typeface="Calibri"/>
              </a:rPr>
              <a:t>▪  Định hướng tương lai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500">
                <a:solidFill>
                  <a:srgbClr val="222233"/>
                </a:solidFill>
                <a:latin typeface="Calibri"/>
              </a:rPr>
              <a:t>▪  Lời chào kết thúc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942284"/>
            <a:ext cx="3429000" cy="379639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629400"/>
            <a:ext cx="9144000" cy="228600"/>
          </a:xfrm>
          <a:prstGeom prst="rect">
            <a:avLst/>
          </a:prstGeom>
          <a:solidFill>
            <a:srgbClr val="F7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6656832"/>
            <a:ext cx="8412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>
                <a:solidFill>
                  <a:srgbClr val="888899"/>
                </a:solidFill>
                <a:latin typeface="Calibri"/>
              </a:rPr>
              <a:t>Kết luận &amp; Q&amp;A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