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49824" y="0"/>
            <a:ext cx="36576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2560320"/>
            <a:ext cx="512064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Lợi ích của AI trong khoa học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ADCFC"/>
                </a:solidFill>
                <a:latin typeface="Calibri"/>
              </a:rPr>
              <a:t>Tác động và triển vọng của công nghệ trí tuệ nhân tạo trong nghiên cứu không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88899"/>
                </a:solidFill>
                <a:latin typeface="Calibri"/>
              </a:rPr>
              <a:t>AI Slides Maker · Powered by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Giới thiệu về Khoa học Không gian và Trí Tuệ Nhân Tạo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42415"/>
            <a:ext cx="4800600" cy="558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Khoa học không gian là một lĩnh vực nghiên cứu đa ngành nhằm hiểu biết và khám phá các hiện tượng, quá trình và cấu trúc của vũ trụ.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Trí tuệ nhân tạo (AI) đang trở thành một công cụ quan trọng trong việc phân tích dữ liệu và khám phá kiến thức trong khoa học không gian.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042415"/>
            <a:ext cx="3904488" cy="581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93408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Giới thiệu về Khoa học Không gian và Trí Tuệ Nhân Tạo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Tác động của AI trong Khảo sát Trái Đất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42415"/>
            <a:ext cx="4800600" cy="558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AI được sử dụng để tạo ra các bản đồ địa hình chi tiết, theo dõi biến đổi khí hậu và dự đoán thiên tai.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mô hình học sâu (Deep Learning) giúp phân tích và đánh giá ảnh toàn cảnh vệ tinh để phát hiện những thay đổi về môi trường.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042415"/>
            <a:ext cx="3904488" cy="581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93408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Tác động của AI trong Khảo sát Trái Đất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Sử dụng AI trong Khám Phá Vũ Trụ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42415"/>
            <a:ext cx="4800600" cy="558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AI hỗ trợ việc phân tích dữ liệu từ các sứ mệnh không gian, chẳng hạn như NASA's Kepler Mission.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mô hình AI giúp phân loại và dự đoán hành vi của các tiểu hành tinh.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042415"/>
            <a:ext cx="3904488" cy="581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93408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Sử dụng AI trong Khám Phá Vũ Trụ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Trí Tuệ Nhân Tạo trong Nghiên Cứu Sao Kim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42415"/>
            <a:ext cx="4800600" cy="558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AI được sử dụng để phân tích dữ liệu từ tàu chinh phục sao Kim (Venus Express).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mô hình học sâu giúp phân tích các thông số khí quyển và dự đoán điều kiện thời tiết trên hành tinh này.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042415"/>
            <a:ext cx="3904488" cy="581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93408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Trí Tuệ Nhân Tạo trong Nghiên Cứu Sao Kim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Triển vọng của AI trong Khoa Học Không Gian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42415"/>
            <a:ext cx="4800600" cy="558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AI sẽ tiếp tục đóng vai trò quan trọng trong việc mở rộng kiến thức về vũ trụ.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phương pháp phân tích dữ liệu mới sẽ được phát triển để giúp nhân loại hiểu biết sâu sắc hơn về các hiện tượng không gian.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042415"/>
            <a:ext cx="3904488" cy="581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93408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Triển vọng của AI trong Khoa Học Không Gian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Thách Thức và Mô Hiệu 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42415"/>
            <a:ext cx="4800600" cy="558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Một số thách thức cần giải quyết khi ứng dụng AI trong khoa học không gian.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mô hình và phương pháp mới sẽ phải được phát triển để đáp ứng nhu cầu của nghiên cứu không gian.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042415"/>
            <a:ext cx="3904488" cy="581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93408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Thách Thức và Mô Hiệu Hóa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42415"/>
            <a:ext cx="4800600" cy="558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AI đã và đang đóng góp quan trọng vào khoa học không gian.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triển vọng và thách thức sẽ tiếp tục mở rộng kiến thức của chúng ta về vũ trụ.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042415"/>
            <a:ext cx="3904488" cy="581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93408"/>
            <a:ext cx="8412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Kết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