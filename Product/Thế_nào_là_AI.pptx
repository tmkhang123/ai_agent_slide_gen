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Giới thiệu về AI</a:t>
            </a:r>
          </a:p>
        </p:txBody>
      </p:sp>
      <p:sp>
        <p:nvSpPr>
          <p:cNvPr id="3" name="Subtitle 2"/>
          <p:cNvSpPr>
            <a:spLocks noGrp="1"/>
          </p:cNvSpPr>
          <p:nvPr>
            <p:ph type="subTitle" idx="1"/>
          </p:nvPr>
        </p:nvSpPr>
        <p:spPr/>
        <p:txBody>
          <a:bodyPr/>
          <a:lstStyle/>
          <a:p>
            <a:r>
              <a:t>Nghiên cứu và ứng dụng của trí tuệ nhân tạo trong cuộc sống hiện đại ngày nay.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Tìm hiểu thế nào là AI?</a:t>
            </a:r>
          </a:p>
        </p:txBody>
      </p:sp>
      <p:sp>
        <p:nvSpPr>
          <p:cNvPr id="3" name="Content Placeholder 2"/>
          <p:cNvSpPr>
            <a:spLocks noGrp="1"/>
          </p:cNvSpPr>
          <p:nvPr>
            <p:ph idx="1"/>
          </p:nvPr>
        </p:nvSpPr>
        <p:spPr/>
        <p:txBody>
          <a:bodyPr wrap="square"/>
          <a:lstStyle/>
          <a:p/>
          <a:p>
            <a:pPr>
              <a:defRPr sz="1800"/>
            </a:pPr>
            <a:r>
              <a:t>Trí tuệ nhân tạo (AI) là một phần mềm máy tính được thiết kế để thực hiện các tác vụ phức tạp, thường đòi hỏi sự sáng tạo và tư duy logic của con người. Các thuật toán và mô hình học sâu trong AI cho phép nó học hỏi và cải thiện hiệu suất qua thời gian.</a:t>
            </a:r>
          </a:p>
          <a:p>
            <a:pPr>
              <a:defRPr sz="1800"/>
            </a:pPr>
            <a:r>
              <a:t>Các ứng dụng của AI có thể kể đến là nhận dạng ảnh, xử lý ngôn ngữ tự nhiên (NLP), phân tích dữ liệu lớn, v.v.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Lịch sử phát triển của AI</a:t>
            </a:r>
          </a:p>
        </p:txBody>
      </p:sp>
      <p:sp>
        <p:nvSpPr>
          <p:cNvPr id="3" name="Content Placeholder 2"/>
          <p:cNvSpPr>
            <a:spLocks noGrp="1"/>
          </p:cNvSpPr>
          <p:nvPr>
            <p:ph idx="1"/>
          </p:nvPr>
        </p:nvSpPr>
        <p:spPr/>
        <p:txBody>
          <a:bodyPr wrap="square"/>
          <a:lstStyle/>
          <a:p/>
          <a:p>
            <a:pPr>
              <a:defRPr sz="1800"/>
            </a:pPr>
            <a:r>
              <a:t>AI bắt đầu từ những năm 1950 với sự ra đời của thuật toán Perceptron và mạng lưới thần kinh nhân tạo. Trong những thập kỷ sau đó, các nhà khoa học đã đưa ra nhiều phương pháp tiếp cận khác nhau để nghiên cứu trí tuệ nhân tạo, bao gồm cả học sâu và mô hình hóa.</a:t>
            </a:r>
          </a:p>
          <a:p>
            <a:pPr>
              <a:defRPr sz="1800"/>
            </a:pPr>
            <a:r>
              <a:t>Các thành tựu quan trọng trong lịch sử phát triển của AI là việc áp dụng thuật toán phân tích dữ liệu lớn vào thực tế, cũng như mở rộng khả năng của các hệ thống trí tuệ nhân tạo.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Cơ chế hoạt động của AI</a:t>
            </a:r>
          </a:p>
        </p:txBody>
      </p:sp>
      <p:sp>
        <p:nvSpPr>
          <p:cNvPr id="3" name="Content Placeholder 2"/>
          <p:cNvSpPr>
            <a:spLocks noGrp="1"/>
          </p:cNvSpPr>
          <p:nvPr>
            <p:ph idx="1"/>
          </p:nvPr>
        </p:nvSpPr>
        <p:spPr/>
        <p:txBody>
          <a:bodyPr wrap="square"/>
          <a:lstStyle/>
          <a:p/>
          <a:p>
            <a:pPr>
              <a:defRPr sz="1800"/>
            </a:pPr>
            <a:r>
              <a:t>Các mô hình học sâu trong AI có thể được chia thành ba lớp chính: lớp đầu vào (input layer), lớp ẩn (hidden layers) và lớp ra kết quả (output layer). Mỗi lớp đều thực hiện các phép tính toán khác nhau để thu nhận và xử lý dữ liệu.</a:t>
            </a:r>
          </a:p>
          <a:p>
            <a:pPr>
              <a:defRPr sz="1800"/>
            </a:pPr>
            <a:r>
              <a:t>Thuật toán tối ưu hóa được sử dụng để điều chỉnh các tham số trong mô hình học sâu, nhằm đạt đến hiệu suất tốt nhất có thể.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Ứng dụng của AI</a:t>
            </a:r>
          </a:p>
        </p:txBody>
      </p:sp>
      <p:sp>
        <p:nvSpPr>
          <p:cNvPr id="3" name="Content Placeholder 2"/>
          <p:cNvSpPr>
            <a:spLocks noGrp="1"/>
          </p:cNvSpPr>
          <p:nvPr>
            <p:ph idx="1"/>
          </p:nvPr>
        </p:nvSpPr>
        <p:spPr/>
        <p:txBody>
          <a:bodyPr wrap="square"/>
          <a:lstStyle/>
          <a:p/>
          <a:p>
            <a:pPr>
              <a:defRPr sz="1800"/>
            </a:pPr>
            <a:r>
              <a:t>AI đã được áp dụng rộng rãi vào nhiều lĩnh vực khác nhau, bao gồm chăm sóc sức khỏe, tài chính, sản xuất và giao thông vận tải.</a:t>
            </a:r>
          </a:p>
          <a:p>
            <a:pPr>
              <a:defRPr sz="1800"/>
            </a:pPr>
            <a:r>
              <a:t>Dịch vụ của Siri, Google Assistant hay Alexa cũng là một ví dụ về trí tuệ nhân tạo.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Thách thức và hạn chế trong ứng dụng AI</a:t>
            </a:r>
          </a:p>
        </p:txBody>
      </p:sp>
      <p:sp>
        <p:nvSpPr>
          <p:cNvPr id="3" name="Content Placeholder 2"/>
          <p:cNvSpPr>
            <a:spLocks noGrp="1"/>
          </p:cNvSpPr>
          <p:nvPr>
            <p:ph idx="1"/>
          </p:nvPr>
        </p:nvSpPr>
        <p:spPr/>
        <p:txBody>
          <a:bodyPr wrap="square"/>
          <a:lstStyle/>
          <a:p/>
          <a:p>
            <a:pPr>
              <a:defRPr sz="1800"/>
            </a:pPr>
            <a:r>
              <a:t>Mặc dù có nhiều lợi ích nhưng việc áp dụng các hệ thống trí tuệ nhân tạo vào thực tế vẫn còn gặp phải những khó khăn.</a:t>
            </a:r>
          </a:p>
          <a:p>
            <a:pPr>
              <a:defRPr sz="1800"/>
            </a:pPr>
            <a:r>
              <a:t>Một số thách thức đáng chú ý bao gồm: khả năng sai lệch trong thuật toán, thiếu dữ liệu và thông tin cần thiết, v.v.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Tương lai của AI</a:t>
            </a:r>
          </a:p>
        </p:txBody>
      </p:sp>
      <p:sp>
        <p:nvSpPr>
          <p:cNvPr id="3" name="Content Placeholder 2"/>
          <p:cNvSpPr>
            <a:spLocks noGrp="1"/>
          </p:cNvSpPr>
          <p:nvPr>
            <p:ph idx="1"/>
          </p:nvPr>
        </p:nvSpPr>
        <p:spPr/>
        <p:txBody>
          <a:bodyPr wrap="square"/>
          <a:lstStyle/>
          <a:p/>
          <a:p>
            <a:pPr>
              <a:defRPr sz="1800"/>
            </a:pPr>
            <a:r>
              <a:t>Với sự phát triển không ngừng nghỉ về công nghệ xử lý dữ liệu lớn, các mô hình học sâu và mạng lưới thần kinh nhân tạo, khả năng ứng dụng trí tuệ nhân tạo sẽ ngày càng mở rộng.</a:t>
            </a:r>
          </a:p>
          <a:p>
            <a:pPr>
              <a:defRPr sz="1800"/>
            </a:pPr>
            <a:r>
              <a:t>Các nhà nghiên cứu đang làm việc không ngừng để cải thiện hiệu suất cũng như tính chính xác của các hệ thống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 điểm và nhận thức về AI</a:t>
            </a:r>
          </a:p>
        </p:txBody>
      </p:sp>
      <p:sp>
        <p:nvSpPr>
          <p:cNvPr id="3" name="Content Placeholder 2"/>
          <p:cNvSpPr>
            <a:spLocks noGrp="1"/>
          </p:cNvSpPr>
          <p:nvPr>
            <p:ph idx="1"/>
          </p:nvPr>
        </p:nvSpPr>
        <p:spPr/>
        <p:txBody>
          <a:bodyPr wrap="square"/>
          <a:lstStyle/>
          <a:p/>
          <a:p>
            <a:pPr>
              <a:defRPr sz="1800"/>
            </a:pPr>
            <a:r>
              <a:t>Mặc dù đã có những tiến bộ đáng kể nhưng vẫn còn nhiều quan ngại trong cộng đồng vì các vấn đề liên quan đến quyền riêng tư, bảo mật dữ liệu.</a:t>
            </a:r>
          </a:p>
          <a:p>
            <a:pPr>
              <a:defRPr sz="1800"/>
            </a:pPr>
            <a:r>
              <a:t>Nghiên cứu và phân tích sâu rộng là cần thiết để hiểu rõ hơn về trí tuệ nhân tạo.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