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8367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2651760"/>
            <a:ext cx="5029200" cy="4114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Chuyên đề: Lợi ích của AI trong khoa học không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latin typeface="Calibri"/>
              </a:rPr>
              <a:t>Phân tích và định hướng bởi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CCCDD"/>
                </a:solidFill>
                <a:latin typeface="Calibri"/>
              </a:rPr>
              <a:t>AI Slides Maker · Powered by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Giới thiệu về Lợi ích của AI trong khoa học không gian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Định nghĩa và bối cảnh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Tầm quan trọng hiện nay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Mục tiêu trình bày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Giới thiệu về Lợi ích của AI trong khoa học không gian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Phân tích chi tiết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Các đặc điểm chính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Ưu điểm vượt trội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Cơ sở lý thuyết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Phân tích chi tiết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Ứng dụng thực tế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Case study điển hình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Quy trình triển khai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Hiệu quả mang lại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Ứng dụng thực tế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Thách thức &amp; Giải pháp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Các khó khăn gặp phải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Giải pháp tối ưu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Kinh nghiệm thực tế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Thách thức &amp; Giải pháp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Kết luận &amp;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Tóm tắt ý chính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Định hướng tương lai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Lời chào kết thúc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Kết luận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